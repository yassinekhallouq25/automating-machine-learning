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Integrity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95360" y="6675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du check + explication très courte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Nulls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plusieurs formes de valeurs manquantes.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58368" y="1298448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35670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 Of Nulls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les colonnes trop vides.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658368" y="1935670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72893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Mismatch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 les catégories écrites différemment.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" y="2572893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10115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Length Out Of Bounds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les textes anormalement longs/courts.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58368" y="3210115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47338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Label Correlation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 une variable trop liée à la cible.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58368" y="3847338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84561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Feature Correlation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les variables redondantes entre elles.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58368" y="4484561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121783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Single Value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 les colonnes constantes.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58368" y="5121783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759005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Info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résume types, valeurs et statistiques clés.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58368" y="5759005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298448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une cible déséquilibrée.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6281928" y="1298448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935670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Sample Detection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les lignes atypiques.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281928" y="1935670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572893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Label Correlation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 identifiant qui fuit la cible.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6281928" y="2572893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3210115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Conflicting Labels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 les mêmes exemples avec labels différents.</a:t>
            </a:r>
            <a:endParaRPr lang="en-US" sz="1270" dirty="0"/>
          </a:p>
        </p:txBody>
      </p:sp>
      <p:sp>
        <p:nvSpPr>
          <p:cNvPr id="31" name="Shape 29"/>
          <p:cNvSpPr/>
          <p:nvPr/>
        </p:nvSpPr>
        <p:spPr>
          <a:xfrm>
            <a:off x="6281928" y="3210115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847338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Duplicates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les lignes dupliquées.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6281928" y="3847338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4484561"/>
            <a:ext cx="5257800" cy="568643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Characters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 les caractères inhabituels.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281928" y="4484561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5121783"/>
            <a:ext cx="5257800" cy="568643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Data Types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des types mélangés dans une colonne.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6281928" y="5121783"/>
            <a:ext cx="54864" cy="568643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620256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Source : documentation officielle Deepchecks — Tabular Checks Gallery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60920" y="662025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3 catégories : Data Integrity • Train Test Validation • Model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8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Test Validation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95360" y="6675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du check + explication très courte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Mismatch Comparison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les catégories texte train vs test.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58368" y="1298448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43100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Test Samples Mix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des exemples présents dans les deux jeux.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658368" y="1943100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87752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Label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 des labels nouveaux dans le test.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" y="2587752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32404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 Size Comparison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 l’écart de taille train/test.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58368" y="3232404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77056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Category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 des catégories test absentes du train.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58368" y="3877056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521708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Leakage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une fuite via l’index.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58368" y="4521708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298448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Label Correlation Change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les liens variable-cible.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281928" y="1298448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943100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Multivariate Drift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le drift global des distributions.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281928" y="1943100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2587752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Drift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la distribution de la cible.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6281928" y="2587752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232404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Train Test Leakage Overlap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des dates qui se chevauchent.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281928" y="3232404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877056"/>
            <a:ext cx="525780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Train Test Leakage Duplicates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des dates dupliquées train/test.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6281928" y="3877056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4521708"/>
            <a:ext cx="5257800" cy="576072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Drift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le drift de chaque variable.</a:t>
            </a:r>
            <a:endParaRPr lang="en-US" sz="1270" dirty="0"/>
          </a:p>
        </p:txBody>
      </p:sp>
      <p:sp>
        <p:nvSpPr>
          <p:cNvPr id="31" name="Shape 29"/>
          <p:cNvSpPr/>
          <p:nvPr/>
        </p:nvSpPr>
        <p:spPr>
          <a:xfrm>
            <a:off x="6281928" y="4521708"/>
            <a:ext cx="54864" cy="576072"/>
          </a:xfrm>
          <a:prstGeom prst="rect">
            <a:avLst/>
          </a:prstGeom>
          <a:solidFill>
            <a:srgbClr val="16866D"/>
          </a:solidFill>
          <a:ln w="12700">
            <a:solidFill>
              <a:srgbClr val="16866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20256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Source : documentation officielle Deepchecks — Tabular Checks Gallery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662025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3 catégories : Data Integrity • Train Test Validation • Model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95360" y="6675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du check + explication très courte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Info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résume les propriétés du modèle.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58368" y="129844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486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Performance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la performance par sous-groupe.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658368" y="186486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3128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Unused Features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 les variables inutilisées.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" y="243128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9770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Bias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une performance inégale entre groupes.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58368" y="299770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6412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Model Comparison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au modèle de référence simple.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58368" y="356412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3054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Segments Performance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 en avant les segments les plus faibles.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58368" y="413054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69696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Inference Time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le temps de prédiction.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58368" y="469696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26338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Systematic Error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 biais d’erreur en régression.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58368" y="526338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82980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Dataset Performance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évalue la performance sur un seul dataset.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658368" y="582980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29844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Test Performance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performance train vs test.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281928" y="129844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186486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Report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 les courbes ROC/AUC.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6281928" y="186486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43128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Error Distribution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la distribution des erreurs.</a:t>
            </a:r>
            <a:endParaRPr lang="en-US" sz="1270" dirty="0"/>
          </a:p>
        </p:txBody>
      </p:sp>
      <p:sp>
        <p:nvSpPr>
          <p:cNvPr id="31" name="Shape 29"/>
          <p:cNvSpPr/>
          <p:nvPr/>
        </p:nvSpPr>
        <p:spPr>
          <a:xfrm>
            <a:off x="6281928" y="243128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299770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Report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 les erreurs par classe.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6281928" y="299770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56412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Overfit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l’overfit sur modèles boosting.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281928" y="356412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413054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Drift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la distribution des prédictions.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6281928" y="413054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4696968"/>
            <a:ext cx="5257800" cy="497840"/>
          </a:xfrm>
          <a:prstGeom prst="rect">
            <a:avLst/>
          </a:prstGeom>
          <a:solidFill>
            <a:srgbClr val="F7F9FC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Score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 la fiabilité des probabilités.</a:t>
            </a:r>
            <a:endParaRPr lang="en-US" sz="1270" dirty="0"/>
          </a:p>
        </p:txBody>
      </p:sp>
      <p:sp>
        <p:nvSpPr>
          <p:cNvPr id="39" name="Shape 37"/>
          <p:cNvSpPr/>
          <p:nvPr/>
        </p:nvSpPr>
        <p:spPr>
          <a:xfrm>
            <a:off x="6281928" y="469696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5263388"/>
            <a:ext cx="5257800" cy="4978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Performance Report — </a:t>
            </a:r>
            <a:pPr indent="0" marL="0">
              <a:buNone/>
            </a:pPr>
            <a:r>
              <a:rPr lang="en-US" sz="12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plusieurs modèles ensemble.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6281928" y="5263388"/>
            <a:ext cx="54864" cy="4978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620256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Source : documentation officielle Deepchecks — Tabular Checks Gallery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662025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3 catégories : Data Integrity • Train Test Validation • Model Evaluation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Deepchecks Checks</dc:title>
  <dc:subject>Deepchecks tabular checks</dc:subject>
  <dc:creator>OpenAI</dc:creator>
  <cp:lastModifiedBy>OpenAI</cp:lastModifiedBy>
  <cp:revision>1</cp:revision>
  <dcterms:created xsi:type="dcterms:W3CDTF">2026-05-12T18:56:22Z</dcterms:created>
  <dcterms:modified xsi:type="dcterms:W3CDTF">2026-05-12T18:56:22Z</dcterms:modified>
</cp:coreProperties>
</file>