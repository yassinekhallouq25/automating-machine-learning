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Introduire le package comme une couche métier au-dessus de Deepchecks.
Message clé : on passe de contrôles dispersés à un standard exécutable et traçable.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pic>
        <p:nvPicPr>
          <p:cNvPr id="5" name="Image 0" descr="/mnt/data/img1_t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44768" y="0"/>
            <a:ext cx="731520" cy="6858000"/>
          </a:xfrm>
          <a:prstGeom prst="rect">
            <a:avLst/>
          </a:prstGeom>
          <a:solidFill>
            <a:srgbClr val="07142A">
              <a:alpha val="95000"/>
            </a:srgbClr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713232"/>
            <a:ext cx="2331720" cy="301752"/>
          </a:xfrm>
          <a:prstGeom prst="roundRect">
            <a:avLst>
              <a:gd name="adj" fmla="val 24242"/>
            </a:avLst>
          </a:prstGeom>
          <a:solidFill>
            <a:srgbClr val="2DD4BF">
              <a:alpha val="16000"/>
            </a:srgbClr>
          </a:solidFill>
          <a:ln w="1270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781812"/>
            <a:ext cx="2112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</a:rPr>
              <a:t>Package interne · Deepchecks custom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58368" y="135331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</a:rPr>
              <a:t>Pricing Checks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713232" y="2121408"/>
            <a:ext cx="45720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B8C7E0"/>
                </a:solidFill>
              </a:rPr>
              <a:t>Industrialiser les contrôles qualité des projets pricing avec des checks métiers réutilisables.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49808" y="3410712"/>
            <a:ext cx="109728" cy="109728"/>
          </a:xfrm>
          <a:prstGeom prst="ellipse">
            <a:avLst/>
          </a:prstGeom>
          <a:solidFill>
            <a:srgbClr val="18D4D8"/>
          </a:solidFill>
          <a:ln w="12700">
            <a:solidFill>
              <a:srgbClr val="18D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3337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Détecter tôt les anomalies de données, modèles et prix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9808" y="3877056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380390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Uniformiser les validations entre notebooks, CI et production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9808" y="4343400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427024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Produire un rapport lisible par Data, Pricing et Business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13232" y="5989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Équipe Pricing · 2026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la présentation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Les quatre axes demandés, avec une proposition d’usage concret pour l’équipe.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D4D8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508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Objectifs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69080" y="15361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E0"/>
                </a:solidFill>
              </a:rPr>
              <a:t>Pourquoi ce package existe et quels problèmes il règle.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24128" y="2103120"/>
            <a:ext cx="9966960" cy="0"/>
          </a:xfrm>
          <a:prstGeom prst="line">
            <a:avLst/>
          </a:prstGeom>
          <a:noFill/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97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651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Choix techno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69080" y="26791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E0"/>
                </a:solidFill>
              </a:rPr>
              <a:t>Pourquoi Deepchecks, Python, pandas et une architecture de checks.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24128" y="3246120"/>
            <a:ext cx="9966960" cy="0"/>
          </a:xfrm>
          <a:prstGeom prst="line">
            <a:avLst/>
          </a:prstGeom>
          <a:noFill/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40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794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Contenu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069080" y="38221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E0"/>
                </a:solidFill>
              </a:rPr>
              <a:t>Les checks custom, les suites, le reporting et l’intégration projet.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24128" y="4389120"/>
            <a:ext cx="9966960" cy="0"/>
          </a:xfrm>
          <a:prstGeom prst="line">
            <a:avLst/>
          </a:prstGeom>
          <a:noFill/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83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4937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Example answer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069080" y="49651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E0"/>
                </a:solidFill>
              </a:rPr>
              <a:t>Exemple de sortie attendue et interprétation métier.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24128" y="5532120"/>
            <a:ext cx="9966960" cy="0"/>
          </a:xfrm>
          <a:prstGeom prst="line">
            <a:avLst/>
          </a:prstGeom>
          <a:noFill/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 : les projets pricing ont besoin de garde-fous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Le pricing est sensible : une erreur silencieuse peut impacter marge, compétitivité et confiance métier.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pic>
        <p:nvPicPr>
          <p:cNvPr id="8" name="Image 0" descr="/mnt/data/img3_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07008"/>
            <a:ext cx="5102352" cy="4434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41732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0F2444">
              <a:alpha val="95000"/>
            </a:srgbClr>
          </a:solidFill>
          <a:ln w="12700">
            <a:solidFill>
              <a:srgbClr val="1E3A5F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544" y="1563624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47"/>
                </a:solidFill>
              </a:rPr>
              <a:t>Prix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23544" y="19476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8C7E0"/>
                </a:solidFill>
              </a:rPr>
              <a:t>Variable critique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14600" y="141732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0F2444">
              <a:alpha val="95000"/>
            </a:srgbClr>
          </a:solidFill>
          <a:ln w="12700">
            <a:solidFill>
              <a:srgbClr val="1E3A5F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60904" y="156362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D4D8"/>
                </a:solidFill>
              </a:rPr>
              <a:t>Data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660904" y="194767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8C7E0"/>
                </a:solidFill>
              </a:rPr>
              <a:t>Qualité / fraîcheur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434840" y="141732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0F2444">
              <a:alpha val="95000"/>
            </a:srgbClr>
          </a:solidFill>
          <a:ln w="12700">
            <a:solidFill>
              <a:srgbClr val="1E3A5F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81144" y="156362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</a:rPr>
              <a:t>Modèle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4581144" y="194767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8C7E0"/>
                </a:solidFill>
              </a:rPr>
              <a:t>Performance / stabilité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04672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Problèmes observés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327355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Contrôles faits à la main, difficiles à rejouer.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3767328"/>
            <a:ext cx="109728" cy="109728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369417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Différences de règles entre projets ou pays.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22960" y="4187952"/>
            <a:ext cx="109728" cy="109728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411480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Peu de traçabilité sur les seuils et décisions.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22960" y="4608576"/>
            <a:ext cx="109728" cy="109728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45354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Anomalies détectées tard dans la chaîne.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989320" y="1188720"/>
            <a:ext cx="0" cy="475488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" y="5715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Pricing Checks transforme ces règles en tests exécutables, versionnés et compréhensibles.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du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Ce que Pricing Checks doit apporter au quotidien de l’équipe pricing.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D4D8"/>
                </a:solidFill>
              </a:rPr>
              <a:t>Standardiser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75488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Un catalogue commun de checks pricing : mêmes règles, mêmes seuils, mêmes messages.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2770632"/>
            <a:ext cx="4389120" cy="0"/>
          </a:xfrm>
          <a:prstGeom prst="line">
            <a:avLst/>
          </a:prstGeom>
          <a:noFill/>
          <a:ln w="25400">
            <a:solidFill>
              <a:srgbClr val="18D4D8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</a:rPr>
              <a:t>Automatiser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63640" y="1920240"/>
            <a:ext cx="475488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Lancer les contrôles dans un notebook, un pipeline CI/CD ou un job de validation.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2770632"/>
            <a:ext cx="4389120" cy="0"/>
          </a:xfrm>
          <a:prstGeom prst="line">
            <a:avLst/>
          </a:prstGeom>
          <a:noFill/>
          <a:ln w="25400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347"/>
                </a:solidFill>
              </a:rPr>
              <a:t>Expliquer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9808" y="4206240"/>
            <a:ext cx="475488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Chaque échec fournit le “quoi”, le “où”, le “pourquoi probable” et la recommandation.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" y="5056632"/>
            <a:ext cx="4389120" cy="0"/>
          </a:xfrm>
          <a:prstGeom prst="line">
            <a:avLst/>
          </a:prstGeom>
          <a:noFill/>
          <a:ln w="25400">
            <a:solidFill>
              <a:srgbClr val="FFB347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Capitaliser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4206240"/>
            <a:ext cx="475488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Les checks deviennent un actif produit : testés, documentés, maintenus, réutilisables.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5056632"/>
            <a:ext cx="4389120" cy="0"/>
          </a:xfrm>
          <a:prstGeom prst="line">
            <a:avLst/>
          </a:prstGeom>
          <a:noFill/>
          <a:ln w="254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60807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C7E0"/>
                </a:solidFill>
              </a:rPr>
              <a:t>Résultat attendu : moins de revues manuelles, plus de confiance, et une meilleure reproductibilité des analyses pricing.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Choix techno : pourquoi partir de Deepchecks 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Deepchecks fournit la grammaire “suite → checks → conditions → rapport”, que Pricing Checks spécialise pour le pricing.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pic>
        <p:nvPicPr>
          <p:cNvPr id="8" name="Image 0" descr="/mnt/data/img2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261872"/>
            <a:ext cx="5074920" cy="3886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463040"/>
            <a:ext cx="109728" cy="109728"/>
          </a:xfrm>
          <a:prstGeom prst="ellipse">
            <a:avLst/>
          </a:prstGeom>
          <a:solidFill>
            <a:srgbClr val="18D4D8"/>
          </a:solidFill>
          <a:ln w="12700">
            <a:solidFill>
              <a:srgbClr val="18D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9944" y="138988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8FAFC"/>
                </a:solidFill>
              </a:rPr>
              <a:t>Socle ML validation — Deepchecks est un package Python open-source pour valider données et modèles ML avec peu d’effort.</a:t>
            </a:r>
            <a:endParaRPr lang="en-US" sz="1270" dirty="0"/>
          </a:p>
        </p:txBody>
      </p:sp>
      <p:sp>
        <p:nvSpPr>
          <p:cNvPr id="11" name="Shape 8"/>
          <p:cNvSpPr/>
          <p:nvPr/>
        </p:nvSpPr>
        <p:spPr>
          <a:xfrm>
            <a:off x="6172200" y="217627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210312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8FAFC"/>
                </a:solidFill>
              </a:rPr>
              <a:t>Extensible — On peut créer des checks personnalisés et les organiser en suites.</a:t>
            </a:r>
            <a:endParaRPr lang="en-US" sz="1270" dirty="0"/>
          </a:p>
        </p:txBody>
      </p:sp>
      <p:sp>
        <p:nvSpPr>
          <p:cNvPr id="13" name="Shape 10"/>
          <p:cNvSpPr/>
          <p:nvPr/>
        </p:nvSpPr>
        <p:spPr>
          <a:xfrm>
            <a:off x="6172200" y="2889504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9944" y="281635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8FAFC"/>
                </a:solidFill>
              </a:rPr>
              <a:t>Lisible — Les résultats combinent visualisations, tables et conditions pass/fail.</a:t>
            </a:r>
            <a:endParaRPr lang="en-US" sz="1270" dirty="0"/>
          </a:p>
        </p:txBody>
      </p:sp>
      <p:sp>
        <p:nvSpPr>
          <p:cNvPr id="15" name="Shape 12"/>
          <p:cNvSpPr/>
          <p:nvPr/>
        </p:nvSpPr>
        <p:spPr>
          <a:xfrm>
            <a:off x="6172200" y="360273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9944" y="352958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8FAFC"/>
                </a:solidFill>
              </a:rPr>
              <a:t>Compatible MLOps — Même logique utilisable en exploration, CI/CD et monitoring.</a:t>
            </a:r>
            <a:endParaRPr lang="en-US" sz="1270" dirty="0"/>
          </a:p>
        </p:txBody>
      </p:sp>
      <p:sp>
        <p:nvSpPr>
          <p:cNvPr id="17" name="Text 14"/>
          <p:cNvSpPr/>
          <p:nvPr/>
        </p:nvSpPr>
        <p:spPr>
          <a:xfrm>
            <a:off x="6172200" y="4736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Pourquoi ne pas tout coder from scratch ?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513892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B8C7E0"/>
                </a:solidFill>
              </a:rPr>
              <a:t>Deepchecks apporte déjà une structure robuste de résultats, conditions, suites et intégrations. Le package interne se concentre donc sur la valeur métier pricing.</a:t>
            </a:r>
            <a:endParaRPr lang="en-US" sz="1270" dirty="0"/>
          </a:p>
        </p:txBody>
      </p:sp>
      <p:sp>
        <p:nvSpPr>
          <p:cNvPr id="19" name="Text 16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Choix techno : stack proposée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Une architecture simple, Python-first, testable et compatible avec les workflows data existants.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234440"/>
            <a:ext cx="10104120" cy="786384"/>
          </a:xfrm>
          <a:prstGeom prst="roundRect">
            <a:avLst>
              <a:gd name="adj" fmla="val 6977"/>
            </a:avLst>
          </a:prstGeom>
          <a:solidFill>
            <a:srgbClr val="0F2444">
              <a:alpha val="92000"/>
            </a:srgbClr>
          </a:solidFill>
          <a:ln w="15240">
            <a:solidFill>
              <a:srgbClr val="2F80ED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380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Projet pricing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139903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Données produits, transactions, compétiteurs, modèle, prédictions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5870448" y="20208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8096"/>
                </a:solidFill>
              </a:rPr>
              <a:t>↓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120" y="2404872"/>
            <a:ext cx="10104120" cy="786384"/>
          </a:xfrm>
          <a:prstGeom prst="roundRect">
            <a:avLst>
              <a:gd name="adj" fmla="val 6977"/>
            </a:avLst>
          </a:prstGeom>
          <a:solidFill>
            <a:srgbClr val="102A4F"/>
          </a:solidFill>
          <a:ln w="15240">
            <a:solidFill>
              <a:srgbClr val="2DD4BF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551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pricing-checks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5694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Checks custom, suites métiers, seuils, messages, helpers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870448" y="31912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8096"/>
                </a:solidFill>
              </a:rPr>
              <a:t>↓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60120" y="3575304"/>
            <a:ext cx="10104120" cy="786384"/>
          </a:xfrm>
          <a:prstGeom prst="roundRect">
            <a:avLst>
              <a:gd name="adj" fmla="val 6977"/>
            </a:avLst>
          </a:prstGeom>
          <a:solidFill>
            <a:srgbClr val="0D3156">
              <a:alpha val="92000"/>
            </a:srgbClr>
          </a:solidFill>
          <a:ln w="15240">
            <a:solidFill>
              <a:srgbClr val="18D4D8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721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D4D8"/>
                </a:solidFill>
              </a:rPr>
              <a:t>Deepchecks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0440" y="373989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BaseCheck, ConditionResult, Suite, affichage et rapport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870448" y="436168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8096"/>
                </a:solidFill>
              </a:rPr>
              <a:t>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60120" y="4745736"/>
            <a:ext cx="10104120" cy="786384"/>
          </a:xfrm>
          <a:prstGeom prst="roundRect">
            <a:avLst>
              <a:gd name="adj" fmla="val 6977"/>
            </a:avLst>
          </a:prstGeom>
          <a:solidFill>
            <a:srgbClr val="0A3B55">
              <a:alpha val="92000"/>
            </a:srgbClr>
          </a:solidFill>
          <a:ln w="15240">
            <a:solidFill>
              <a:srgbClr val="1E3A5F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892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C7E0"/>
                </a:solidFill>
              </a:rPr>
              <a:t>Python ecosystem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20440" y="49103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pandas · NumPy · scikit-learn · pytest · CI/CD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1024128" y="6062472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59893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Configuration par YAML/Python : seuils par BU, pays ou famille produit.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606247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5989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Tests unitaires pour chaque check afin de sécuriser l’évolution du package.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Contenu : catalogue de checks custom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Le package ajoute des contrôles orientés pricing au-dessus des checks génériques Deepchecks.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234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D4D8"/>
                </a:solidFill>
              </a:rPr>
              <a:t>Qualité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54680" y="124358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8FAFC"/>
                </a:solidFill>
              </a:rPr>
              <a:t>missing_price_rate, duplicate_sku, currency_consistency, negative_or_zero_price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41248" y="1737360"/>
            <a:ext cx="10195560" cy="0"/>
          </a:xfrm>
          <a:prstGeom prst="line">
            <a:avLst/>
          </a:prstGeom>
          <a:noFill/>
          <a:ln w="12700">
            <a:solidFill>
              <a:srgbClr val="1E3A5F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1122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Cohérence pricing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54680" y="212140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8FAFC"/>
                </a:solidFill>
              </a:rPr>
              <a:t>price_bounds_by_category, margin_floor, discount_ceiling, tax_included_consistency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41248" y="2615184"/>
            <a:ext cx="10195560" cy="0"/>
          </a:xfrm>
          <a:prstGeom prst="line">
            <a:avLst/>
          </a:prstGeom>
          <a:noFill/>
          <a:ln w="12700">
            <a:solidFill>
              <a:srgbClr val="1E3A5F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990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47"/>
                </a:solidFill>
              </a:rPr>
              <a:t>Stabilité temporelle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54680" y="299923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8FAFC"/>
                </a:solidFill>
              </a:rPr>
              <a:t>price_jump_detection, volatility_by_segment, weekly_change_distribution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41248" y="3493008"/>
            <a:ext cx="10195560" cy="0"/>
          </a:xfrm>
          <a:prstGeom prst="line">
            <a:avLst/>
          </a:prstGeom>
          <a:noFill/>
          <a:ln w="12700">
            <a:solidFill>
              <a:srgbClr val="1E3A5F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867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Modèle &amp; prédictions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54680" y="387705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8FAFC"/>
                </a:solidFill>
              </a:rPr>
              <a:t>prediction_range, residual_by_segment, calibration_by_price_band, sensitivity_to_cost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841248" y="4370832"/>
            <a:ext cx="10195560" cy="0"/>
          </a:xfrm>
          <a:prstGeom prst="line">
            <a:avLst/>
          </a:prstGeom>
          <a:noFill/>
          <a:ln w="12700">
            <a:solidFill>
              <a:srgbClr val="1E3A5F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745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C7A"/>
                </a:solidFill>
              </a:rPr>
              <a:t>Business rules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154680" y="475488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8FAFC"/>
                </a:solidFill>
              </a:rPr>
              <a:t>competitor_gap, min_advertised_price, country_specific_constraints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841248" y="5248656"/>
            <a:ext cx="10195560" cy="0"/>
          </a:xfrm>
          <a:prstGeom prst="line">
            <a:avLst/>
          </a:prstGeom>
          <a:noFill/>
          <a:ln w="12700">
            <a:solidFill>
              <a:srgbClr val="1E3A5F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8978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C7E0"/>
                </a:solidFill>
              </a:rPr>
              <a:t>Chaque check doit exposer : paramètres, colonnes requises, seuils par défaut, conditions, output visuel, message d’action.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Contenu : anatomie d’un check Pricing Checks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Un check doit être autonome, explicite et actionnable.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37360"/>
            <a:ext cx="2331720" cy="1097280"/>
          </a:xfrm>
          <a:prstGeom prst="chevron">
            <a:avLst/>
          </a:prstGeom>
          <a:solidFill>
            <a:srgbClr val="2F80ED">
              <a:alpha val="82000"/>
            </a:srgbClr>
          </a:solidFill>
          <a:ln w="1270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1. Entrées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" y="22677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Dataset, colonnes pricing, segments, prédictions optionnelles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611880" y="1737360"/>
            <a:ext cx="2331720" cy="1097280"/>
          </a:xfrm>
          <a:prstGeom prst="chevron">
            <a:avLst/>
          </a:prstGeom>
          <a:solidFill>
            <a:srgbClr val="2DD4BF">
              <a:alpha val="82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2. Calcul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67328" y="22677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Métrique métier : taux d’anomalie, écart, distribution, seuil dépassé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2331720" cy="1097280"/>
          </a:xfrm>
          <a:prstGeom prst="chevron">
            <a:avLst/>
          </a:prstGeom>
          <a:solidFill>
            <a:srgbClr val="FFB347">
              <a:alpha val="82000"/>
            </a:srgbClr>
          </a:solidFill>
          <a:ln w="12700">
            <a:solidFill>
              <a:srgbClr val="FFB347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3. Condition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56248" y="22677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Pass / warning / fail selon seuils configurés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189720" y="1737360"/>
            <a:ext cx="2331720" cy="1097280"/>
          </a:xfrm>
          <a:prstGeom prst="chevron">
            <a:avLst/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4. Résultat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45168" y="22677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Table des lignes à inspecter + résumé + recommandation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68680" y="3977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Contrat de qualité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14400" y="4535424"/>
            <a:ext cx="109728" cy="109728"/>
          </a:xfrm>
          <a:prstGeom prst="ellipse">
            <a:avLst/>
          </a:prstGeom>
          <a:solidFill>
            <a:srgbClr val="18D4D8"/>
          </a:solidFill>
          <a:ln w="12700">
            <a:solidFill>
              <a:srgbClr val="18D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52144" y="44622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Sortie reproductible : même input = même résultat.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4937760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52144" y="48646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Message clair : “où regarder” et “quoi corriger”.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4400" y="5340096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52144" y="52669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Seuils versionnés : pas de valeurs magiques cachées dans les notebooks.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3977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Exemple de signature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446520" y="4443984"/>
            <a:ext cx="4663440" cy="1024128"/>
          </a:xfrm>
          <a:prstGeom prst="roundRect">
            <a:avLst>
              <a:gd name="adj" fmla="val 3571"/>
            </a:avLst>
          </a:prstGeom>
          <a:solidFill>
            <a:srgbClr val="0710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4690872"/>
            <a:ext cx="4334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PriceJumpCheck(price_col="price", segment_col="category",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max_relative_change=0.25, min_volume=50)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Contenu : suites prêtes à l’emploi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Les suites regroupent les checks selon le moment du projet pricing.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5074920" cy="1298448"/>
          </a:xfrm>
          <a:prstGeom prst="roundRect">
            <a:avLst>
              <a:gd name="adj" fmla="val 5634"/>
            </a:avLst>
          </a:prstGeom>
          <a:solidFill>
            <a:srgbClr val="0F2444">
              <a:alpha val="97000"/>
            </a:srgbClr>
          </a:solidFill>
          <a:ln w="13970">
            <a:solidFill>
              <a:srgbClr val="18D4D8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6184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D4D8"/>
                </a:solidFill>
              </a:rPr>
              <a:t>Data Readiness Suite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</a:rPr>
              <a:t>Avant modélisation : schéma, valeurs manquantes, doublons, devises, outliers prix/coût.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074920" cy="1298448"/>
          </a:xfrm>
          <a:prstGeom prst="roundRect">
            <a:avLst>
              <a:gd name="adj" fmla="val 5634"/>
            </a:avLst>
          </a:prstGeom>
          <a:solidFill>
            <a:srgbClr val="0F2444">
              <a:alpha val="97000"/>
            </a:srgbClr>
          </a:solidFill>
          <a:ln w="13970">
            <a:solidFill>
              <a:srgbClr val="2DD4B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6184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Pricing Model Suite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4808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</a:rPr>
              <a:t>Après entraînement : performance par segment, résidus, stabilité, cohérence des prédictions.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5074920" cy="1298448"/>
          </a:xfrm>
          <a:prstGeom prst="roundRect">
            <a:avLst>
              <a:gd name="adj" fmla="val 5634"/>
            </a:avLst>
          </a:prstGeom>
          <a:solidFill>
            <a:srgbClr val="0F2444">
              <a:alpha val="97000"/>
            </a:srgbClr>
          </a:solidFill>
          <a:ln w="13970">
            <a:solidFill>
              <a:srgbClr val="FFB347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9044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</a:rPr>
              <a:t>Business Release Suite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128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</a:rPr>
              <a:t>Avant livraison : marge min, discount max, règles pays, seuils business, exceptions.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63640" y="3703320"/>
            <a:ext cx="5074920" cy="1298448"/>
          </a:xfrm>
          <a:prstGeom prst="roundRect">
            <a:avLst>
              <a:gd name="adj" fmla="val 5634"/>
            </a:avLst>
          </a:prstGeom>
          <a:solidFill>
            <a:srgbClr val="0F2444">
              <a:alpha val="97000"/>
            </a:srgbClr>
          </a:solidFill>
          <a:ln w="1397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9044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Monitoring Suite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4808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</a:rPr>
              <a:t>Après déploiement : drift, saut de prix, volatilité, alertes sur catégories sensibles.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answer : scénario d’utilisation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Exemple : valider un dataset de prix avant de livrer une nouvelle recommandation tarifaire.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5166360" cy="4297680"/>
          </a:xfrm>
          <a:prstGeom prst="roundRect">
            <a:avLst>
              <a:gd name="adj" fmla="val 1064"/>
            </a:avLst>
          </a:prstGeom>
          <a:solidFill>
            <a:srgbClr val="0710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27632"/>
            <a:ext cx="470916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pricing_checks import PricingDataset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pricing_checks.suites import business_release_suite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dataset = PricingDataset(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df=pricing_df,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price='recommended_price',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cost='unit_cost',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segment='category',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date='week'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suite = business_release_suite(country='FR')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 = suite.run(dataset)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result.save_as_html('pricing_report.html')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6446520" y="1481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Ce que l’équipe obtient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2240" y="2066544"/>
            <a:ext cx="109728" cy="109728"/>
          </a:xfrm>
          <a:prstGeom prst="ellipse">
            <a:avLst/>
          </a:prstGeom>
          <a:solidFill>
            <a:srgbClr val="18D4D8"/>
          </a:solidFill>
          <a:ln w="12700">
            <a:solidFill>
              <a:srgbClr val="18D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9984" y="19933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8FAFC"/>
                </a:solidFill>
              </a:rPr>
              <a:t>Un score global de santé pricing.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6492240" y="2560320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9984" y="24871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8FAFC"/>
                </a:solidFill>
              </a:rPr>
              <a:t>La liste des checks passés, en warning ou en fail.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6492240" y="3054096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9984" y="29809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8FAFC"/>
                </a:solidFill>
              </a:rPr>
              <a:t>Les segments / SKUs responsables des anomalies.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6492240" y="354787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9984" y="34747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8FAFC"/>
                </a:solidFill>
              </a:rPr>
              <a:t>Des recommandations de correction directement dans le rapport.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6473952" y="457200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5C7A"/>
                </a:solidFill>
              </a:rPr>
              <a:t>Exemple de conclusion automatique : “La release est bloquée tant que les catégories Électronique et Chaussure dépassent le seuil de marge négative.”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answer : lecture du rapport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Une réponse doit être compréhensible sans ouvrir le code.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2331720" cy="530352"/>
          </a:xfrm>
          <a:prstGeom prst="rect">
            <a:avLst/>
          </a:prstGeom>
          <a:solidFill>
            <a:srgbClr val="0F2444"/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50876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Check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0" y="1371600"/>
            <a:ext cx="1097280" cy="530352"/>
          </a:xfrm>
          <a:prstGeom prst="rect">
            <a:avLst/>
          </a:prstGeom>
          <a:solidFill>
            <a:srgbClr val="0F2444"/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50876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Statut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0" y="1371600"/>
            <a:ext cx="3337560" cy="530352"/>
          </a:xfrm>
          <a:prstGeom prst="rect">
            <a:avLst/>
          </a:prstGeom>
          <a:solidFill>
            <a:srgbClr val="0F2444"/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50876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Signal détecté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52360" y="1371600"/>
            <a:ext cx="3657600" cy="530352"/>
          </a:xfrm>
          <a:prstGeom prst="rect">
            <a:avLst/>
          </a:prstGeom>
          <a:solidFill>
            <a:srgbClr val="0F2444"/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25512" y="150876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Action recommandée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1993392"/>
            <a:ext cx="2331720" cy="530352"/>
          </a:xfrm>
          <a:prstGeom prst="rect">
            <a:avLst/>
          </a:prstGeom>
          <a:solidFill>
            <a:srgbClr val="0B1D3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13055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MarginFloorCheck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3017520" y="1993392"/>
            <a:ext cx="1097280" cy="530352"/>
          </a:xfrm>
          <a:prstGeom prst="rect">
            <a:avLst/>
          </a:prstGeom>
          <a:solidFill>
            <a:srgbClr val="0B1D3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213055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5C7A"/>
                </a:solidFill>
              </a:rPr>
              <a:t>FAIL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4114800" y="1993392"/>
            <a:ext cx="3337560" cy="530352"/>
          </a:xfrm>
          <a:prstGeom prst="rect">
            <a:avLst/>
          </a:prstGeom>
          <a:solidFill>
            <a:srgbClr val="0B1D3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213055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8,4 % des lignes sous marge min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452360" y="1993392"/>
            <a:ext cx="3657600" cy="530352"/>
          </a:xfrm>
          <a:prstGeom prst="rect">
            <a:avLst/>
          </a:prstGeom>
          <a:solidFill>
            <a:srgbClr val="0B1D3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2130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Revoir coût, promo ou seuil catégorie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85800" y="2615184"/>
            <a:ext cx="2331720" cy="530352"/>
          </a:xfrm>
          <a:prstGeom prst="rect">
            <a:avLst/>
          </a:prstGeom>
          <a:solidFill>
            <a:srgbClr val="07142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275234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PriceJumpCheck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3017520" y="2615184"/>
            <a:ext cx="1097280" cy="530352"/>
          </a:xfrm>
          <a:prstGeom prst="rect">
            <a:avLst/>
          </a:prstGeom>
          <a:solidFill>
            <a:srgbClr val="07142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90672" y="275234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B347"/>
                </a:solidFill>
              </a:rPr>
              <a:t>WARN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114800" y="2615184"/>
            <a:ext cx="3337560" cy="530352"/>
          </a:xfrm>
          <a:prstGeom prst="rect">
            <a:avLst/>
          </a:prstGeom>
          <a:solidFill>
            <a:srgbClr val="07142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87952" y="2752344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Sauts &gt; 25 % sur 3 catégories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7452360" y="2615184"/>
            <a:ext cx="3657600" cy="530352"/>
          </a:xfrm>
          <a:prstGeom prst="rect">
            <a:avLst/>
          </a:prstGeom>
          <a:solidFill>
            <a:srgbClr val="07142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25512" y="275234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Valider changement fournisseur / saisonnalité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85800" y="3236976"/>
            <a:ext cx="2331720" cy="530352"/>
          </a:xfrm>
          <a:prstGeom prst="rect">
            <a:avLst/>
          </a:prstGeom>
          <a:solidFill>
            <a:srgbClr val="0B1D3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3374136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CurrencyConsistency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3017520" y="3236976"/>
            <a:ext cx="1097280" cy="530352"/>
          </a:xfrm>
          <a:prstGeom prst="rect">
            <a:avLst/>
          </a:prstGeom>
          <a:solidFill>
            <a:srgbClr val="0B1D3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90672" y="337413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2C55E"/>
                </a:solidFill>
              </a:rPr>
              <a:t>PASS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4114800" y="3236976"/>
            <a:ext cx="3337560" cy="530352"/>
          </a:xfrm>
          <a:prstGeom prst="rect">
            <a:avLst/>
          </a:prstGeom>
          <a:solidFill>
            <a:srgbClr val="0B1D3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87952" y="3374136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Aucune devise incohérente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7452360" y="3236976"/>
            <a:ext cx="3657600" cy="530352"/>
          </a:xfrm>
          <a:prstGeom prst="rect">
            <a:avLst/>
          </a:prstGeom>
          <a:solidFill>
            <a:srgbClr val="0B1D3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25512" y="3374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Rien à corriger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85800" y="3858768"/>
            <a:ext cx="2331720" cy="530352"/>
          </a:xfrm>
          <a:prstGeom prst="rect">
            <a:avLst/>
          </a:prstGeom>
          <a:solidFill>
            <a:srgbClr val="07142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" y="3995928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CompetitorGapCheck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3017520" y="3858768"/>
            <a:ext cx="1097280" cy="530352"/>
          </a:xfrm>
          <a:prstGeom prst="rect">
            <a:avLst/>
          </a:prstGeom>
          <a:solidFill>
            <a:srgbClr val="07142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90672" y="399592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5C7A"/>
                </a:solidFill>
              </a:rPr>
              <a:t>FAIL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4114800" y="3858768"/>
            <a:ext cx="3337560" cy="530352"/>
          </a:xfrm>
          <a:prstGeom prst="rect">
            <a:avLst/>
          </a:prstGeom>
          <a:solidFill>
            <a:srgbClr val="07142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87952" y="399592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Écart compétiteur &gt; 40 % sur 126 SKUs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7452360" y="3858768"/>
            <a:ext cx="3657600" cy="530352"/>
          </a:xfrm>
          <a:prstGeom prst="rect">
            <a:avLst/>
          </a:prstGeom>
          <a:solidFill>
            <a:srgbClr val="07142A">
              <a:alpha val="95000"/>
            </a:srgbClr>
          </a:solidFill>
          <a:ln w="762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25512" y="39959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Prioriser analyse concurrentielle</a:t>
            </a:r>
            <a:endParaRPr lang="en-US" sz="970" dirty="0"/>
          </a:p>
        </p:txBody>
      </p:sp>
      <p:sp>
        <p:nvSpPr>
          <p:cNvPr id="48" name="Text 46"/>
          <p:cNvSpPr/>
          <p:nvPr/>
        </p:nvSpPr>
        <p:spPr>
          <a:xfrm>
            <a:off x="749808" y="4956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Décision de release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3657600" y="49286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C7A"/>
                </a:solidFill>
              </a:rPr>
              <a:t>BLOCKED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749808" y="544068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B8C7E0"/>
                </a:solidFill>
              </a:rPr>
              <a:t>Deux checks critiques échouent. La livraison peut continuer uniquement après correction ou validation d’exception signée par le pricing owner.</a:t>
            </a:r>
            <a:endParaRPr lang="en-US" sz="1280" dirty="0"/>
          </a:p>
        </p:txBody>
      </p:sp>
      <p:sp>
        <p:nvSpPr>
          <p:cNvPr id="51" name="Text 49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Intégration projet : où Pricing Checks se branche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Objectif : même logique de validation dans exploration, build et release.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93392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0F2444">
              <a:alpha val="97000"/>
            </a:srgbClr>
          </a:solidFill>
          <a:ln w="1397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2677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Notebook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468880" y="2404872"/>
            <a:ext cx="566928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90672" y="1993392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0F2444">
              <a:alpha val="97000"/>
            </a:srgbClr>
          </a:solidFill>
          <a:ln w="1397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2677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Feature Store / data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718304" y="2404872"/>
            <a:ext cx="566928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40096" y="1993392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0F2444">
              <a:alpha val="97000"/>
            </a:srgbClr>
          </a:solidFill>
          <a:ln w="1397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22677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Model pipeline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967728" y="2404872"/>
            <a:ext cx="566928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1993392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2DD4BF">
              <a:alpha val="88000"/>
            </a:srgbClr>
          </a:solidFill>
          <a:ln w="1397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22677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Pricing Checks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217152" y="2404872"/>
            <a:ext cx="566928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38944" y="1993392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0F2444">
              <a:alpha val="97000"/>
            </a:srgbClr>
          </a:solidFill>
          <a:ln w="1397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48672" y="22677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Rapport / CI gate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91440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Modes d’exécution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18D4D8"/>
          </a:solidFill>
          <a:ln w="12700">
            <a:solidFill>
              <a:srgbClr val="18D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52144" y="43434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Local : analyse rapide dans notebook pour itérer avec le métier.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80974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52144" y="47365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CI/CD : fail automatique si checks critiques KO.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5202936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52144" y="51297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Batch : rapport HTML archivé avec la version modèle / dataset.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Gouvernance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492240" y="441655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9984" y="43434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Seuils relus avec business owner.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92240" y="4809744"/>
            <a:ext cx="109728" cy="109728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9984" y="47365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Exceptions explicites et traçables.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5202936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9984" y="5129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Version du package liée à chaque release.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proposée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Construire progressivement : MVP utile, puis industrialisation.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71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Phase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37360" y="13258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D4D8"/>
                </a:solidFill>
              </a:rPr>
              <a:t>MVP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1353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3–5 checks critiques, une suite Business Release, rapport HTML, documentation rapide.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1920240"/>
            <a:ext cx="10058400" cy="0"/>
          </a:xfrm>
          <a:prstGeom prst="line">
            <a:avLst/>
          </a:prstGeom>
          <a:noFill/>
          <a:ln w="12700">
            <a:solidFill>
              <a:srgbClr val="1E3A5F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87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Phase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2441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Industrialisation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86200" y="2468880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Packaging interne, tests unitaires, CI, templates par pays / catégorie.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3035808"/>
            <a:ext cx="10058400" cy="0"/>
          </a:xfrm>
          <a:prstGeom prst="line">
            <a:avLst/>
          </a:prstGeom>
          <a:noFill/>
          <a:ln w="12700">
            <a:solidFill>
              <a:srgbClr val="1E3A5F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602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Phase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37360" y="35570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Adoption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86200" y="3584448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Ateliers avec pricing owners, seuils validés, exemples notebooks, guide de contribution.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4151376"/>
            <a:ext cx="10058400" cy="0"/>
          </a:xfrm>
          <a:prstGeom prst="line">
            <a:avLst/>
          </a:prstGeom>
          <a:noFill/>
          <a:ln w="12700">
            <a:solidFill>
              <a:srgbClr val="1E3A5F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18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Phase 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37360" y="46725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4700016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Historique des résultats, alertes, trend des fails, comparaison release vs production.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5266944"/>
            <a:ext cx="10058400" cy="0"/>
          </a:xfrm>
          <a:prstGeom prst="line">
            <a:avLst/>
          </a:prstGeom>
          <a:noFill/>
          <a:ln w="12700">
            <a:solidFill>
              <a:srgbClr val="1E3A5F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96188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</a:rPr>
              <a:t>Prochain pas recommandé : sélectionner les 5 checks à plus fort impact business et définir leurs seuils de validation avec l’équipe pricing.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5257800"/>
            <a:ext cx="329184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2F80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73152"/>
            <a:ext cx="2926080" cy="1097280"/>
          </a:xfrm>
          <a:prstGeom prst="arc">
            <a:avLst/>
          </a:prstGeom>
          <a:solidFill>
            <a:srgbClr val="07142A">
              <a:alpha val="0"/>
            </a:srgbClr>
          </a:solidFill>
          <a:ln w="13970">
            <a:solidFill>
              <a:srgbClr val="18D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et hypothèses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Références utilisées pour positionner Deepchecks et hypothèses proposées pour le package interne.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" y="1078992"/>
            <a:ext cx="11155680" cy="0"/>
          </a:xfrm>
          <a:prstGeom prst="line">
            <a:avLst/>
          </a:prstGeom>
          <a:noFill/>
          <a:ln w="12700">
            <a:solidFill>
              <a:srgbClr val="1E3A5F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490472"/>
            <a:ext cx="109728" cy="109728"/>
          </a:xfrm>
          <a:prstGeom prst="ellipse">
            <a:avLst/>
          </a:prstGeom>
          <a:solidFill>
            <a:srgbClr val="18D4D8"/>
          </a:solidFill>
          <a:ln w="12700">
            <a:solidFill>
              <a:srgbClr val="18D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6424" y="14173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Deepchecks est décrit comme une solution open-source de validation IA/ML couvrant données et modèles, de la recherche à la production.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68680" y="203911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659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Sa documentation et son site présentent une organisation en suites, checks et conditions avec outputs pass/fail.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68680" y="2587752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251460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Les noms de checks Pricing Checks sont des propositions à adapter au code réel et aux règles métier de votre équipe.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7E0"/>
                </a:solidFill>
              </a:rPr>
              <a:t>Références : docs.deepchecks.com · deepchecks.com/open-source · github.com/deepchecks/deepchecks · PyPI deepchecks.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Merci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86968" y="57424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</a:rPr>
              <a:t>Questions / discussion sur les checks prioritaires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Team Pricing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 Checks — package basé sur Deepchecks</dc:title>
  <dc:subject>Présentation Pricing Checks</dc:subject>
  <dc:creator>OpenAI</dc:creator>
  <cp:lastModifiedBy>OpenAI</cp:lastModifiedBy>
  <cp:revision>1</cp:revision>
  <dcterms:created xsi:type="dcterms:W3CDTF">2026-05-11T17:50:58Z</dcterms:created>
  <dcterms:modified xsi:type="dcterms:W3CDTF">2026-05-11T17:50:58Z</dcterms:modified>
</cp:coreProperties>
</file>