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Deepchecks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13232" y="162763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C667A"/>
                </a:solidFill>
              </a:rPr>
              <a:t>Validation des données tabulaires et des modèles ML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233172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2432304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• suite • condition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29400" y="1078992"/>
            <a:ext cx="44805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5F7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13898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Dataset tabulaire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67728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1744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67728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81744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67728" y="2688336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688336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7072" y="2688336"/>
            <a:ext cx="658368" cy="237744"/>
          </a:xfrm>
          <a:prstGeom prst="rect">
            <a:avLst/>
          </a:prstGeom>
          <a:solidFill>
            <a:srgbClr val="FDECEC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81744" y="2688336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67728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81744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3474720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3474720"/>
            <a:ext cx="658368" cy="237744"/>
          </a:xfrm>
          <a:prstGeom prst="rect">
            <a:avLst/>
          </a:prstGeom>
          <a:solidFill>
            <a:srgbClr val="FFF5DA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3474720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81744" y="3474720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2743200"/>
            <a:ext cx="667512" cy="0"/>
          </a:xfrm>
          <a:prstGeom prst="line">
            <a:avLst/>
          </a:prstGeom>
          <a:noFill/>
          <a:ln w="27940">
            <a:solidFill>
              <a:srgbClr val="15B8C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14432" y="2359152"/>
            <a:ext cx="713232" cy="713232"/>
          </a:xfrm>
          <a:prstGeom prst="ellipse">
            <a:avLst/>
          </a:prstGeom>
          <a:solidFill>
            <a:srgbClr val="EAF7EF"/>
          </a:solidFill>
          <a:ln w="19050">
            <a:solidFill>
              <a:srgbClr val="31A3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06456" y="24688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A354"/>
                </a:solidFill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67A"/>
                </a:solidFill>
              </a:rPr>
              <a:t>Audit automatique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utiliser Deepchecks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Objectif : détecter tôt les problèmes de données et de modèle, avant la mise en production.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83080"/>
            <a:ext cx="658368" cy="658368"/>
          </a:xfrm>
          <a:prstGeom prst="ellipse">
            <a:avLst/>
          </a:prstGeom>
          <a:solidFill>
            <a:srgbClr val="EAF2FF"/>
          </a:solidFill>
          <a:ln w="16510">
            <a:solidFill>
              <a:srgbClr val="2A6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947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DB"/>
                </a:solidFill>
              </a:rPr>
              <a:t>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Qualité des données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33272" y="3246120"/>
            <a:ext cx="2514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Valeurs manquantes, doublons, types mixtes, outliers.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83080"/>
            <a:ext cx="658368" cy="658368"/>
          </a:xfrm>
          <a:prstGeom prst="ellipse">
            <a:avLst/>
          </a:prstGeom>
          <a:solidFill>
            <a:srgbClr val="FFF5DA"/>
          </a:solidFill>
          <a:ln w="1651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947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134"/>
                </a:solidFill>
              </a:rPr>
              <a:t>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Validation train/test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28032" y="3246120"/>
            <a:ext cx="2514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Drift, fuite de données, catégories nouvelles, déséquilibres.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15087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1783080"/>
            <a:ext cx="658368" cy="658368"/>
          </a:xfrm>
          <a:prstGeom prst="ellipse">
            <a:avLst/>
          </a:prstGeom>
          <a:solidFill>
            <a:srgbClr val="EAF7EF"/>
          </a:solidFill>
          <a:ln w="16510">
            <a:solidFill>
              <a:srgbClr val="31A3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5672" y="1947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A354"/>
                </a:solidFill>
              </a:rPr>
              <a:t>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22792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Évaluation modèle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22792" y="3246120"/>
            <a:ext cx="2514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Performance, biais par segment, overfitting, drift des prédictions.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8064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Deepchecks propose des suites prêtes à l’emploi, composées de checks exécutables sur pandas DataFrame et modèles sklearn-like.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fonctionnement en une image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Deepchecks transforme vos jeux de données et modèles en rapports d’audit actionnables.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920240" y="2926080"/>
            <a:ext cx="868680" cy="0"/>
          </a:xfrm>
          <a:prstGeom prst="line">
            <a:avLst/>
          </a:prstGeom>
          <a:noFill/>
          <a:ln w="27940">
            <a:solidFill>
              <a:srgbClr val="2A6FD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06240" y="2926080"/>
            <a:ext cx="868680" cy="0"/>
          </a:xfrm>
          <a:prstGeom prst="line">
            <a:avLst/>
          </a:prstGeom>
          <a:noFill/>
          <a:ln w="27940">
            <a:solidFill>
              <a:srgbClr val="15B8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92240" y="2926080"/>
            <a:ext cx="868680" cy="0"/>
          </a:xfrm>
          <a:prstGeom prst="line">
            <a:avLst/>
          </a:prstGeom>
          <a:noFill/>
          <a:ln w="27940">
            <a:solidFill>
              <a:srgbClr val="31A3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78240" y="2926080"/>
            <a:ext cx="868680" cy="0"/>
          </a:xfrm>
          <a:prstGeom prst="line">
            <a:avLst/>
          </a:prstGeom>
          <a:noFill/>
          <a:ln w="27940">
            <a:solidFill>
              <a:srgbClr val="F2B13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D1F3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DataFrame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pandas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train/test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DEDF2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81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Dataset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métadonnées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label, cat_features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57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E4CD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67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Suite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liste de checks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paramétrables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43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2D899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53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rapport HTML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statut, graphiques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29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1B5B5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39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Décision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66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corriger, valider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ou monitorer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4370832"/>
            <a:ext cx="4572000" cy="384048"/>
          </a:xfrm>
          <a:prstGeom prst="bracePair">
            <a:avLst/>
          </a:prstGeom>
          <a:solidFill>
            <a:srgbClr val="F7F8FB">
              <a:alpha val="0"/>
            </a:srgbClr>
          </a:solidFill>
          <a:ln w="12700">
            <a:solidFill>
              <a:srgbClr val="5C6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6FDB"/>
                </a:solidFill>
              </a:rPr>
              <a:t>cœur Deepchecks : Check + Condition + Suite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notions clés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Vocabulaire à maîtriser pour lire et configurer Deepchecks.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325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DB"/>
                </a:solidFill>
              </a:rPr>
              <a:t>Dataset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14600" y="146304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0" y="13075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Wrapper autour d’un DataFrame avec label, features catégorielles, index/date, etc.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B8C8"/>
                </a:solidFill>
              </a:rPr>
              <a:t>Check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14600" y="233172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1762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Test ou analyse ciblée : drift, doublons, fuite, performance…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Condition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514600" y="320040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0449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Règle de succès/échec appliquée au résultat d’un check.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0120" y="3931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A354"/>
                </a:solidFill>
              </a:rPr>
              <a:t>Suite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514600" y="406908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391363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Collection ordonnée de checks adaptée à un cas d’usage.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63FF"/>
                </a:solidFill>
              </a:rPr>
              <a:t>Result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514600" y="493776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47823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Sortie interactive : métriques, graphiques, alertes et statut.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0120" y="5742432"/>
            <a:ext cx="10058400" cy="457200"/>
          </a:xfrm>
          <a:prstGeom prst="roundRect">
            <a:avLst>
              <a:gd name="adj" fmla="val 16000"/>
            </a:avLst>
          </a:prstGeom>
          <a:solidFill>
            <a:srgbClr val="EEF6FF"/>
          </a:solidFill>
          <a:ln w="12700">
            <a:solidFill>
              <a:srgbClr val="D4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879592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</a:rPr>
              <a:t>Idée simple : une suite lance plusieurs checks, chaque check produit un résultat, puis ses conditions décident si c’est OK, warning ou échec.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Anatomie d’un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Un check calcule une analyse spécifique, puis peut être jugé par une ou plusieurs conditions.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11680" y="3154680"/>
            <a:ext cx="1783080" cy="0"/>
          </a:xfrm>
          <a:prstGeom prst="line">
            <a:avLst/>
          </a:prstGeom>
          <a:noFill/>
          <a:ln w="27940">
            <a:solidFill>
              <a:srgbClr val="2A6FD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394960" y="3154680"/>
            <a:ext cx="1783080" cy="0"/>
          </a:xfrm>
          <a:prstGeom prst="line">
            <a:avLst/>
          </a:prstGeom>
          <a:noFill/>
          <a:ln w="27940">
            <a:solidFill>
              <a:srgbClr val="15B8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732520" y="3154680"/>
            <a:ext cx="1463040" cy="0"/>
          </a:xfrm>
          <a:prstGeom prst="line">
            <a:avLst/>
          </a:prstGeom>
          <a:noFill/>
          <a:ln w="27940">
            <a:solidFill>
              <a:srgbClr val="31A3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25296" y="2542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Entrée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Dataset(s)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+ modèle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optionnel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BDEDF2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70832" y="23957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B8C8"/>
                </a:solidFill>
              </a:rPr>
              <a:t>Check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286207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ex. FeatureDrift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calcule une distance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entre train et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86600" y="214884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0D695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52360" y="2514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Condition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06640" y="2980944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ex. “drift score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&lt; seuil”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12680" y="2331720"/>
            <a:ext cx="1417320" cy="16459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EE5CA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77856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A354"/>
                </a:solidFill>
              </a:rPr>
              <a:t>Statut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77856" y="30540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pass / fail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warning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Sans condition, le check produit quand même un rapport ; avec condition, il devient un test automatisable.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principales Suites tabulaires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Choisir la bonne suite selon l’étape du pipeline ML.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0120" y="146304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DB"/>
                </a:solidFill>
              </a:rPr>
              <a:t>Data Integrity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60520" y="170992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77850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DB"/>
                </a:solidFill>
              </a:rPr>
              <a:t>1 dataset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715000" y="16824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Nettoyage et cohérence : données manquantes, duplicats, types, colonnes constantes.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288036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1DB9C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</a:rPr>
              <a:t>Train-Test 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60520" y="312724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5DA"/>
          </a:solidFill>
          <a:ln w="12700">
            <a:solidFill>
              <a:srgbClr val="FFF5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319582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134"/>
                </a:solidFill>
              </a:rPr>
              <a:t>train + test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15000" y="309981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Qualité du split : drift, fuite temporelle, nouvelles catégories, tailles de jeux.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429768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E4CD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440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A354"/>
                </a:solidFill>
              </a:rPr>
              <a:t>Model Evaluation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60520" y="454456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461314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A354"/>
                </a:solidFill>
              </a:rPr>
              <a:t>train + test + modèle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15000" y="451713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Qualité du modèle : métriques, segments faibles, matrice de confusion, baseline.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58978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67A"/>
                </a:solidFill>
              </a:rPr>
              <a:t>Autres options : full_suite pour un audit plus large, ou une Suite personnalisée avec seulement les checks utiles.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de checks — Data Integrity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À lancer sur un batch, train, test ou données arrivant en production.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Mixed Data Types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5156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Une colonne contient plusieurs types.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508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Data Duplicates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75488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Lignes identiques ou quasi identiques.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Feature Label Correlation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Variable trop corrélée à la cible.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06040" y="3794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4069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Outlier Sample Detection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834640" y="4517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Observations atypiques.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069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Conflicting Labels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37960" y="4517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Mêmes features, labels différents.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Train-Test Validation : éviter les pièges du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Cette suite compare train et test pour détecter drift, fuite et incohérences.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Distribution train vs test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389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3886200"/>
            <a:ext cx="3246120" cy="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566160"/>
            <a:ext cx="201168" cy="32004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3337560"/>
            <a:ext cx="201168" cy="54864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743200"/>
            <a:ext cx="201168" cy="114300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3063240"/>
            <a:ext cx="201168" cy="82296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3474720"/>
            <a:ext cx="201168" cy="41148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0784" y="3703320"/>
            <a:ext cx="201168" cy="18288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5144" y="3566160"/>
            <a:ext cx="201168" cy="32004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3383280"/>
            <a:ext cx="201168" cy="50292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3864" y="2743200"/>
            <a:ext cx="201168" cy="114300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8224" y="2971800"/>
            <a:ext cx="201168" cy="91440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205740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2125980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DB"/>
                </a:solidFill>
              </a:rPr>
              <a:t>train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205740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FF5DA"/>
          </a:solidFill>
          <a:ln w="12700">
            <a:solidFill>
              <a:srgbClr val="FFF5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2125980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134"/>
                </a:solidFill>
              </a:rPr>
              <a:t>test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2588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Drift = distributions trop différentes.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Checks typiques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46520" y="1965960"/>
            <a:ext cx="109728" cy="109728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Feature Drift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46520" y="2532888"/>
            <a:ext cx="109728" cy="109728"/>
          </a:xfrm>
          <a:prstGeom prst="ellipse">
            <a:avLst/>
          </a:prstGeom>
          <a:solidFill>
            <a:srgbClr val="15B8C8"/>
          </a:solidFill>
          <a:ln w="12700">
            <a:solidFill>
              <a:srgbClr val="15B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Label Drift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099816"/>
            <a:ext cx="109728" cy="109728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3035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Date Leakage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46520" y="3666744"/>
            <a:ext cx="109728" cy="1097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New Category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233672"/>
            <a:ext cx="109728" cy="109728"/>
          </a:xfrm>
          <a:prstGeom prst="ellipse">
            <a:avLst/>
          </a:prstGeom>
          <a:solidFill>
            <a:srgbClr val="31A354"/>
          </a:solidFill>
          <a:ln w="12700">
            <a:solidFill>
              <a:srgbClr val="31A3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Train-Test Samples Mix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5166360"/>
            <a:ext cx="4389120" cy="576072"/>
          </a:xfrm>
          <a:prstGeom prst="roundRect">
            <a:avLst>
              <a:gd name="adj" fmla="val 12698"/>
            </a:avLst>
          </a:prstGeom>
          <a:solidFill>
            <a:srgbClr val="FFF5DA"/>
          </a:solidFill>
          <a:ln w="12700">
            <a:solidFill>
              <a:srgbClr val="F2D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3309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238"/>
                </a:solidFill>
              </a:rPr>
              <a:t>Message clé : un bon score modèle ne suffit pas si le split contient une fuite ou un drift important.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 : comprendre le modèle au-delà d’une métrique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Deepchecks génère des analyses globales et segmentées.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24712" y="1719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Matrice de confusion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44752" y="2240280"/>
            <a:ext cx="822960" cy="566928"/>
          </a:xfrm>
          <a:prstGeom prst="rect">
            <a:avLst/>
          </a:prstGeom>
          <a:solidFill>
            <a:srgbClr val="EAF7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TP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04872" y="2240280"/>
            <a:ext cx="822960" cy="566928"/>
          </a:xfrm>
          <a:prstGeom prst="rect">
            <a:avLst/>
          </a:prstGeom>
          <a:solidFill>
            <a:srgbClr val="FDEC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FP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44752" y="2971800"/>
            <a:ext cx="822960" cy="566928"/>
          </a:xfrm>
          <a:prstGeom prst="rect">
            <a:avLst/>
          </a:prstGeom>
          <a:solidFill>
            <a:srgbClr val="FFF5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7632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FN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04872" y="2971800"/>
            <a:ext cx="822960" cy="566928"/>
          </a:xfrm>
          <a:prstGeom prst="rect">
            <a:avLst/>
          </a:prstGeom>
          <a:solidFill>
            <a:srgbClr val="EAF7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TN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Segments faibles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2240280"/>
            <a:ext cx="1005840" cy="201168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651760"/>
            <a:ext cx="658368" cy="201168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3063240"/>
            <a:ext cx="1234440" cy="201168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3474720"/>
            <a:ext cx="384048" cy="201168"/>
          </a:xfrm>
          <a:prstGeom prst="rect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3101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segment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faible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141732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68512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Overfitting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32520" y="3611880"/>
            <a:ext cx="1828800" cy="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3611880"/>
            <a:ext cx="0" cy="-141732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23960" y="2423160"/>
            <a:ext cx="1600200" cy="320040"/>
          </a:xfrm>
          <a:prstGeom prst="line">
            <a:avLst/>
          </a:prstGeom>
          <a:noFill/>
          <a:ln w="25400">
            <a:solidFill>
              <a:srgbClr val="31A3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3246120"/>
            <a:ext cx="1600200" cy="-228600"/>
          </a:xfrm>
          <a:prstGeom prst="line">
            <a:avLst/>
          </a:prstGeom>
          <a:noFill/>
          <a:ln w="25400">
            <a:solidFill>
              <a:srgbClr val="D95F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23960" y="382219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7112" y="389077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A354"/>
                </a:solidFill>
              </a:rPr>
              <a:t>train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46920" y="3822192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3890772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5F5F"/>
                </a:solidFill>
              </a:rPr>
              <a:t>test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559612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Résultat : savoir où le modèle échoue, pas seulement “combien”.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Conditions : transformer une analyse en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Une condition rend le résultat exploitable dans un pipeline CI/CD ou MLOps.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Exemples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2395728"/>
            <a:ext cx="109728" cy="109728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7048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Feature drift score inférieur à un seuil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2944368"/>
            <a:ext cx="109728" cy="1097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7048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Dégradation relative train/test &lt; 30 %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3493008"/>
            <a:ext cx="109728" cy="109728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Aucune fuite temporelle détectée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4041648"/>
            <a:ext cx="109728" cy="109728"/>
          </a:xfrm>
          <a:prstGeom prst="ellipse">
            <a:avLst/>
          </a:prstGeom>
          <a:solidFill>
            <a:srgbClr val="31A354"/>
          </a:solidFill>
          <a:ln w="12700">
            <a:solidFill>
              <a:srgbClr val="31A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7048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Taux de valeurs manquantes acceptable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755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Cycle de personnalisation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2331720"/>
            <a:ext cx="310896" cy="310896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24048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60920" y="2359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1. Inspecter la suite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2953512"/>
            <a:ext cx="310896" cy="310896"/>
          </a:xfrm>
          <a:prstGeom prst="ellipse">
            <a:avLst/>
          </a:prstGeom>
          <a:solidFill>
            <a:srgbClr val="15B8C8"/>
          </a:solidFill>
          <a:ln w="12700">
            <a:solidFill>
              <a:srgbClr val="15B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30266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60920" y="29809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2. Retirer un check inutile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03720" y="3575304"/>
            <a:ext cx="310896" cy="3108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36484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0920" y="36027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3. Modifier/ajouter une condition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903720" y="4197096"/>
            <a:ext cx="310896" cy="310896"/>
          </a:xfrm>
          <a:prstGeom prst="ellipse">
            <a:avLst/>
          </a:prstGeom>
          <a:solidFill>
            <a:srgbClr val="31A354"/>
          </a:solidFill>
          <a:ln w="12700">
            <a:solidFill>
              <a:srgbClr val="31A3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2702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60920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4. Relancer et lire passed()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minimal en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Le schéma de base pour lancer une suite tabulaire Deepchecks.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10652760" cy="4434840"/>
          </a:xfrm>
          <a:prstGeom prst="roundRect">
            <a:avLst>
              <a:gd name="adj" fmla="val 16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00200"/>
            <a:ext cx="100126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deepchecks.tabular import Dataset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deepchecks.tabular.suites import data_integrity, train_test_validation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train_ds = Dataset(train_df, label='target', cat_features=['city', 'segment'])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test_ds  = Dataset(test_df,  label='target', cat_features=['city', 'segment'])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1) Qualité d'un seul dataset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result_1 = data_integrity().run(train_ds)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2) Validation du split train/test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result_2 = train_test_validation().run(train_ds, test_ds)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Affichage dans notebook / export 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result_2.show()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result_2.save_as_html('deepchecks_report.html')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9893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À adapter : nom du label, features catégorielles, date/index, modèle, seuils des conditions.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Bonnes pratiques et points d’attention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Deepchecks aide à diagnostiquer, mais ne remplace pas l’expertise métier.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DB"/>
                </a:solidFill>
              </a:rPr>
              <a:t>Commencer simple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21305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data_integrity() puis train_test_validation() avant model_evaluation().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Fixer des seuils métier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1305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Les conditions par défaut sont utiles, mais vos risques dictent les seuils.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776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A354"/>
                </a:solidFill>
              </a:rPr>
              <a:t>Versionner les rapports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4233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Conserver les résultats HTML avec le modèle et les données.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76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63FF"/>
                </a:solidFill>
              </a:rPr>
              <a:t>Automatiser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233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Intégrer passed() dans CI/CD ou pipeline MLOps.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</a:rPr>
              <a:t>Conclusion : Deepchecks structure la validation ML sous forme de suites de checks mesurables, conditionnés et automatisables.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principales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Documentation officielle et références utilisées pour cette présentation.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32588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Deepchecks Documentation — Tabular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92040" y="1325880"/>
            <a:ext cx="5989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6FDB"/>
                </a:solidFill>
              </a:rPr>
              <a:t>https://docs.deepchecks.com/stable/tabular/index.html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002536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Deepchecks — Data Integrity Suite Quickstart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92040" y="2002536"/>
            <a:ext cx="5989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6FDB"/>
                </a:solidFill>
              </a:rPr>
              <a:t>https://docs.deepchecks.com/stable/tabular/auto_tutorials/quickstarts/plot_quick_data_integrity.html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7919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Deepchecks — Train-Test Validation Suite Quickstart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2679192"/>
            <a:ext cx="5989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6FDB"/>
                </a:solidFill>
              </a:rPr>
              <a:t>https://docs.deepchecks.com/stable/tabular/auto_tutorials/quickstarts/plot_quick_train_test_validation.html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55848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Deepchecks — Model Evaluation Suite Quickstart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3355848"/>
            <a:ext cx="5989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6FDB"/>
                </a:solidFill>
              </a:rPr>
              <a:t>https://docs.deepchecks.com/stable/tabular/auto_tutorials/quickstarts/plot_quick_model_evaluation.html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032504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Deepchecks — Configure Check Conditions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4032504"/>
            <a:ext cx="5989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6FDB"/>
                </a:solidFill>
              </a:rPr>
              <a:t>https://docs.deepchecks.com/stable/general/usage/customizations/auto_examples/plot_configure_check_conditions.html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Deepchecks GitHub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4709160"/>
            <a:ext cx="5989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6FDB"/>
                </a:solidFill>
              </a:rPr>
              <a:t>https://github.com/deepchecks/deepchecks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Deepchecks et données tabulaires</dc:title>
  <dc:subject>Présentation Deepchecks pour données tabulaires</dc:subject>
  <dc:creator>OpenAI</dc:creator>
  <cp:lastModifiedBy>OpenAI</cp:lastModifiedBy>
  <cp:revision>1</cp:revision>
  <dcterms:created xsi:type="dcterms:W3CDTF">2026-05-11T22:23:38Z</dcterms:created>
  <dcterms:modified xsi:type="dcterms:W3CDTF">2026-05-11T22:23:38Z</dcterms:modified>
</cp:coreProperties>
</file>